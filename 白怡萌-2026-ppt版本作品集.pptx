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bai0403.github.io/portfoli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77440"/>
            <a:ext cx="1371600" cy="1905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5F1"/>
                </a:solidFill>
                <a:latin typeface="Helvetica"/>
              </a:defRPr>
            </a:pPr>
            <a:r>
              <a:t>SUMMARY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A96E"/>
                </a:solidFill>
                <a:latin typeface="Helvetica"/>
              </a:defRPr>
            </a:pPr>
            <a:r>
              <a:t>白怡萌  ·  Portfolio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669280"/>
            <a:ext cx="2743200" cy="635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elvetica"/>
              </a:defRPr>
            </a:pPr>
            <a:r>
              <a:t>Content Operations  |  AI Content  | 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01  —  About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0">
                <a:solidFill>
                  <a:srgbClr val="111111"/>
                </a:solidFill>
                <a:latin typeface="Helvetica"/>
              </a:defRPr>
            </a:pPr>
            <a:r>
              <a:t>白怡萌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河南大学 ｜ 广播电视编导  ·  GPA 3.9 / 4.0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4572000" cy="6350"/>
          </a:xfrm>
          <a:prstGeom prst="rect">
            <a:avLst/>
          </a:prstGeom>
          <a:solidFill>
            <a:srgbClr val="E0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Career Objective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111111"/>
                </a:solidFill>
                <a:latin typeface="Helvetica"/>
              </a:defRPr>
            </a:pPr>
            <a:r>
              <a:t>内容运营 | 用户运营 | 市场运营（品牌/区域） | 游戏运营 | 产品运营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Experience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555555"/>
                </a:solidFill>
                <a:latin typeface="Helvetica"/>
              </a:defRPr>
            </a:pPr>
            <a:r>
              <a:t>2026.2 - 2026.6  上海蔚来汽车有限公司 - 区域市场运营实习生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555555"/>
                </a:solidFill>
                <a:latin typeface="Helvetica"/>
              </a:defRPr>
            </a:pPr>
            <a:r>
              <a:t>2025.08 - 2025.09  安徽卫视 - 编导 / 制片人助理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About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555555"/>
                </a:solidFill>
                <a:latin typeface="Helvetica"/>
              </a:defRPr>
            </a:pPr>
            <a:r>
              <a:t>关注市场运营、内容传播及AI工具实践，擅长通过数据分析、流程优化与内容策划提升项目执行效率，持续探索AI在运营场景中的实际应用。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6350" cy="41148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A96E"/>
                </a:solidFill>
                <a:latin typeface="Helvetica"/>
              </a:rPr>
              <a:t>AI：</a:t>
            </a:r>
            <a:r>
              <a:rPr sz="1200">
                <a:solidFill>
                  <a:srgbClr val="555555"/>
                </a:solidFill>
                <a:latin typeface="Helvetica"/>
              </a:rPr>
              <a:t>Claude Code、Codex、ChatGPT</a:t>
            </a:r>
            <a:endParaRPr sz="1200">
              <a:solidFill>
                <a:srgbClr val="555555"/>
              </a:solidFill>
              <a:latin typeface="Helvetic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60" y="2514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A96E"/>
                </a:solidFill>
                <a:latin typeface="Helvetica"/>
              </a:rPr>
              <a:t>Content：</a:t>
            </a:r>
            <a:r>
              <a:rPr sz="1200">
                <a:solidFill>
                  <a:srgbClr val="555555"/>
                </a:solidFill>
                <a:latin typeface="Helvetica"/>
              </a:rPr>
              <a:t>脚本内容策划、纪录片/短视频创作、直播、剪辑</a:t>
            </a:r>
            <a:endParaRPr sz="1200">
              <a:solidFill>
                <a:srgbClr val="555555"/>
              </a:solidFill>
              <a:latin typeface="Helvetic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2926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A96E"/>
                </a:solidFill>
                <a:latin typeface="Helvetica"/>
              </a:rPr>
              <a:t>Design：</a:t>
            </a:r>
            <a:r>
              <a:rPr sz="1200">
                <a:solidFill>
                  <a:srgbClr val="555555"/>
                </a:solidFill>
                <a:latin typeface="Helvetica"/>
              </a:rPr>
              <a:t>Photoshop、Premiere Pro、After Effects、剪映</a:t>
            </a:r>
            <a:endParaRPr sz="1200">
              <a:solidFill>
                <a:srgbClr val="555555"/>
              </a:solidFill>
              <a:latin typeface="Helvetic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0" y="3337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A96E"/>
                </a:solidFill>
                <a:latin typeface="Helvetica"/>
              </a:rPr>
              <a:t>Collaboration：</a:t>
            </a:r>
            <a:r>
              <a:rPr sz="1200">
                <a:solidFill>
                  <a:srgbClr val="555555"/>
                </a:solidFill>
                <a:latin typeface="Helvetica"/>
              </a:rPr>
              <a:t>飞书、Office</a:t>
            </a:r>
            <a:endParaRPr sz="1200">
              <a:solidFill>
                <a:srgbClr val="555555"/>
              </a:solidFill>
              <a:latin typeface="Helvetic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02  —  Professional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ject-nio-es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828800"/>
            <a:ext cx="6217920" cy="411480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2026.04 — 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468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11111"/>
                </a:solidFill>
                <a:latin typeface="Helvetica"/>
              </a:defRPr>
            </a:pPr>
            <a:r>
              <a:t>ES9 上市整合传播项目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elvetica"/>
              </a:defRPr>
            </a:pPr>
            <a:r>
              <a:t>Marketing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474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Project Background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555555"/>
                </a:solidFill>
                <a:latin typeface="Helvetica"/>
              </a:defRPr>
            </a:pPr>
            <a:r>
              <a:t>负责支持 ES9 上市整合传播项目，围绕冬测预热、技术发布会、上市发布会、一万公里挑战等阶段性传播，协同总部及全国 48 个区域推进传播执行，保障总部传播策略高效落地。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480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Key Insight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11111"/>
                </a:solidFill>
                <a:latin typeface="Helvetica"/>
              </a:defRPr>
            </a:pPr>
            <a:r>
              <a:t>总部传播真正的挑战不是制定策略，而是如何让策略在48个区域被准确理解并高效执行。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02  —  Professional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ject-cleanpark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9436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828800"/>
            <a:ext cx="6217920" cy="411480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2026.03 — 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468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11111"/>
                </a:solidFill>
                <a:latin typeface="Helvetica"/>
              </a:defRPr>
            </a:pPr>
            <a:r>
              <a:t>Clean Park 5566 整合传播项目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elvetica"/>
              </a:defRPr>
            </a:pPr>
            <a:r>
              <a:t>Marketing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474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Project Background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555555"/>
                </a:solidFill>
                <a:latin typeface="Helvetica"/>
              </a:defRPr>
            </a:pPr>
            <a:r>
              <a:t>围绕展陈、美图拍摄及线上线下整合营销活动，支持全国 48 个区域推进传播执行。针对区域执行标准不统一的问题，通过统一传播节奏、持续跟进项目落地及区域反馈，保障传播动作一致执行，并沉淀标准化区域传播流程。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480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Key Insight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11111"/>
                </a:solidFill>
                <a:latin typeface="Helvetica"/>
              </a:defRPr>
            </a:pPr>
            <a:r>
              <a:t>统一传播方向，而非统一执行方式，让区域在保持一致性的同时发挥本地化优势。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04  —  Automotive Industry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4572000"/>
          </a:xfrm>
          <a:prstGeom prst="rect">
            <a:avLst/>
          </a:prstGeom>
          <a:solidFill>
            <a:srgbClr val="F5F5F1"/>
          </a:solidFill>
          <a:ln w="6350">
            <a:solidFill>
              <a:srgbClr val="E0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Insight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Helvetica"/>
              </a:defRPr>
            </a:pPr>
            <a:r>
              <a:t>汽车市场进入</a:t>
            </a:r>
            <a:br/>
            <a:r>
              <a:t>"存量竞争"时代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200400"/>
            <a:ext cx="1828800" cy="635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过去市场依靠新增需求驱动增长，而当前市场逐渐进入存量竞争阶段。面对销量增速放缓，运营工作的重点也从"获取更多用户"转向"提升用户价值"。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E"/>
                </a:solidFill>
                <a:latin typeface="Helvetica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949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111"/>
                </a:solidFill>
                <a:latin typeface="Helvetica"/>
              </a:defRPr>
            </a:pPr>
            <a:r>
              <a:t>存量时代，比获取用户更重要的是持续经营用户。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645920"/>
            <a:ext cx="3383280" cy="4572000"/>
          </a:xfrm>
          <a:prstGeom prst="rect">
            <a:avLst/>
          </a:prstGeom>
          <a:solidFill>
            <a:srgbClr val="F5F5F1"/>
          </a:solidFill>
          <a:ln w="6350">
            <a:solidFill>
              <a:srgbClr val="E0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Insight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Helvetica"/>
              </a:defRPr>
            </a:pPr>
            <a:r>
              <a:t>纯电化不仅是技术升级，</a:t>
            </a:r>
            <a:br/>
            <a:r>
              <a:t>更是用户体验升级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3200400"/>
            <a:ext cx="1828800" cy="635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随着换电网络完善、电价下降及智能化能力持续提升，纯电车型的竞争优势已逐渐从成本转向综合体验。未来影响用户决策的不只是续航，而是补能效率、智能驾驶及智能座舱等整体体验。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5029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E"/>
                </a:solidFill>
                <a:latin typeface="Helvetica"/>
              </a:defRPr>
            </a:pPr>
            <a:r>
              <a:t>Key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53949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111"/>
                </a:solidFill>
                <a:latin typeface="Helvetica"/>
              </a:defRPr>
            </a:pPr>
            <a:r>
              <a:t>用户购买的不只是纯电汽车，而是更高效、更智能的出行体验。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3383280" cy="4572000"/>
          </a:xfrm>
          <a:prstGeom prst="rect">
            <a:avLst/>
          </a:prstGeom>
          <a:solidFill>
            <a:srgbClr val="F5F5F1"/>
          </a:solidFill>
          <a:ln w="6350">
            <a:solidFill>
              <a:srgbClr val="E0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Insight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860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111"/>
                </a:solidFill>
                <a:latin typeface="Helvetica"/>
              </a:defRPr>
            </a:pPr>
            <a:r>
              <a:t>品牌竞争的核心是</a:t>
            </a:r>
            <a:br/>
            <a:r>
              <a:t>长期用户运营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3200400"/>
            <a:ext cx="1828800" cy="635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474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随着产品配置逐渐趋同，品牌之间越来越难依靠硬件形成长期差异。真正建立竞争优势的，是品牌价值能否持续传递给用户。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0292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E"/>
                </a:solidFill>
                <a:latin typeface="Helvetica"/>
              </a:defRPr>
            </a:pPr>
            <a:r>
              <a:t>Key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39495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1111"/>
                </a:solidFill>
                <a:latin typeface="Helvetica"/>
              </a:defRPr>
            </a:pPr>
            <a:r>
              <a:t>品牌价值最终不是靠传播建立，而是靠用户体验不断验证。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03  —  AI Exploration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ject-ai-explor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35" y="2009140"/>
            <a:ext cx="4680585" cy="36010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1828800"/>
            <a:ext cx="6217920" cy="411480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468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11111"/>
                </a:solidFill>
                <a:latin typeface="Helvetica"/>
              </a:defRPr>
            </a:pPr>
            <a:r>
              <a:t>AI Video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Helvetica"/>
              </a:defRPr>
            </a:pPr>
            <a:r>
              <a:t>AI Content Creation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474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Project Overview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555555"/>
                </a:solidFill>
                <a:latin typeface="Helvetica"/>
              </a:defRPr>
            </a:pPr>
            <a:r>
              <a:t>围绕 AI 视频创作持续开展实践探索，通过不断优化 Prompt、参考图及模型协同方式，降低 AI 视频生成的不确定性，并验证 AI 在真实内容创作场景中的应用价值。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4480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Key Insight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11111"/>
                </a:solidFill>
                <a:latin typeface="Helvetica"/>
              </a:defRPr>
            </a:pPr>
            <a:r>
              <a:t>相比寻找"最好用的 AI"，更重要的是理解不同模型的能力边界，并设计适合自己的 AI 工作流。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05  —  Creative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011680" cy="256032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Helvetica"/>
              </a:defRPr>
            </a:pPr>
            <a:r>
              <a:t>纪录片创作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《不会消失的声腔》系列纪录片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45920"/>
            <a:ext cx="2011680" cy="256032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Helvetica"/>
              </a:defRPr>
            </a:pPr>
            <a:r>
              <a:t>TVC创作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中国大学生广告艺术节</a:t>
            </a:r>
            <a:br/>
            <a:r>
              <a:t>纳爱斯、三福、HBN、传奇今生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645920"/>
            <a:ext cx="2011680" cy="256032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Helvetica"/>
              </a:defRPr>
            </a:pPr>
            <a:r>
              <a:t>热点UGC创作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8346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可比克整合营销大赛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645920"/>
            <a:ext cx="2011680" cy="256032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Helvetica"/>
              </a:defRPr>
            </a:pPr>
            <a:r>
              <a:t>线下营销活动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346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3场品牌线下活动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645920"/>
            <a:ext cx="2011680" cy="256032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920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Helvetica"/>
              </a:defRPr>
            </a:pPr>
            <a:r>
              <a:t>内容策划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8346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文案策划 · 剧本创作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754880"/>
            <a:ext cx="10698480" cy="6350"/>
          </a:xfrm>
          <a:prstGeom prst="rect">
            <a:avLst/>
          </a:prstGeom>
          <a:solidFill>
            <a:srgbClr val="E0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380" y="4937760"/>
            <a:ext cx="27432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rPr lang="en-US" altLang="zh-CN"/>
              <a:t>AI Portfolio Website</a:t>
            </a:r>
            <a:r>
              <a:rPr lang="zh-CN" altLang="en-US"/>
              <a:t>：</a:t>
            </a:r>
            <a:r>
              <a:rPr lang="en-US" altLang="zh-CN">
                <a:hlinkClick r:id="rId1" tooltip="" action="ppaction://hlinkfile"/>
              </a:rPr>
              <a:t>https://bai0403.github.io/portfolio/</a:t>
            </a:r>
            <a:endParaRPr lang="en-US" altLang="zh-CN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06  —  Game UX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me-identity-v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12545"/>
            <a:ext cx="5029200" cy="2560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0" y="1541145"/>
            <a:ext cx="6949440" cy="210312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737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Game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11111"/>
                </a:solidFill>
                <a:latin typeface="Helvetica"/>
              </a:defRPr>
            </a:pPr>
            <a:r>
              <a:t>第五人格（Identity V）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423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《第五人格》通过 1V4 非对称竞技与无局内语音设计，提高了团队协作门槛。持续推出联动内容及创新玩法，不断延长产品生命周期。活跃的玩家文化和二创内容依然是产品持续出圈的重要原因。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8625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E"/>
                </a:solidFill>
                <a:latin typeface="Helvetica"/>
              </a:defRPr>
            </a:pPr>
            <a:r>
              <a:t>Key Insight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111111"/>
                </a:solidFill>
                <a:latin typeface="Helvetica"/>
              </a:defRPr>
            </a:pPr>
            <a:r>
              <a:t>玩家社区创造的文化价值，往往比官方内容更能推动产品破圈。</a:t>
            </a:r>
          </a:p>
        </p:txBody>
      </p:sp>
      <p:pic>
        <p:nvPicPr>
          <p:cNvPr id="10" name="Picture 9" descr="game-hon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5029200" cy="1828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0" y="4663440"/>
            <a:ext cx="6949440" cy="1645920"/>
          </a:xfrm>
          <a:prstGeom prst="rect">
            <a:avLst/>
          </a:prstGeom>
          <a:solidFill>
            <a:srgbClr val="F0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4784725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Game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05904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11111"/>
                </a:solidFill>
                <a:latin typeface="Helvetica"/>
              </a:defRPr>
            </a:pPr>
            <a:r>
              <a:t>王者荣耀（Honor of Kings）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5424805"/>
            <a:ext cx="6400800" cy="845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rPr lang="zh-CN" altLang="en-US"/>
              <a:t>《王者荣耀》以成熟的 5</a:t>
            </a:r>
            <a:r>
              <a:rPr lang="en-US" altLang="zh-CN"/>
              <a:t>V5 MOBA </a:t>
            </a:r>
            <a:r>
              <a:rPr lang="zh-CN" altLang="en-US"/>
              <a:t>玩法构建稳定竞技体验，个人能力、资源运营与团队配合共同影响对局结果，高水平玩家能够带动团队获胜。通过持续版本更新、赛事运营及较低门槛的皮肤商业化，保持用户活跃与长期留存。</a:t>
            </a:r>
            <a:endParaRPr lang="en-US" altLang="zh-CN"/>
          </a:p>
          <a:p>
            <a:pPr algn="l">
              <a:buClrTx/>
              <a:buSzTx/>
              <a:buFontTx/>
              <a:defRPr sz="900" b="1">
                <a:solidFill>
                  <a:srgbClr val="C9A96E"/>
                </a:solidFill>
                <a:latin typeface="Helvetica"/>
              </a:defRPr>
            </a:pPr>
            <a:r>
              <a:t>Key Insight</a:t>
            </a:r>
          </a:p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rPr lang="zh-CN" altLang="en-US"/>
              <a:t>成熟玩法保证留存，持续运营与商业化推动产品长期增长。</a:t>
            </a:r>
            <a:endParaRPr lang="zh-CN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07  —  Contact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127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5F5F1"/>
                </a:solidFill>
                <a:latin typeface="Helvetica"/>
              </a:defRPr>
            </a:pPr>
            <a:r>
              <a:t>联系我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Helvetica"/>
              </a:defRPr>
            </a:pPr>
            <a:r>
              <a:t>期待与您合作。如需查看完整作品集或了解更多，欢迎随时联系。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1"/>
                </a:solidFill>
                <a:latin typeface="Helvetica"/>
              </a:defRPr>
            </a:pPr>
            <a:r>
              <a:t>152-3917-2915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1"/>
                </a:solidFill>
                <a:latin typeface="Helvetica"/>
              </a:defRPr>
            </a:pPr>
            <a:r>
              <a:t>15239172915@163.com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9A96E"/>
                </a:solidFill>
                <a:latin typeface="Helvetica"/>
              </a:defRPr>
            </a:pPr>
            <a:r>
              <a:t>WeChat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5F1"/>
                </a:solidFill>
                <a:latin typeface="Helvetica"/>
              </a:defRPr>
            </a:pPr>
            <a:r>
              <a:t>bym-0403</a:t>
            </a:r>
          </a:p>
        </p:txBody>
      </p:sp>
      <p:pic>
        <p:nvPicPr>
          <p:cNvPr id="12" name="Picture 11" descr="wechat-q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0"/>
            <a:ext cx="228600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微信扫码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943600"/>
            <a:ext cx="4572000" cy="635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Helvetica"/>
              </a:defRPr>
            </a:pPr>
            <a:r>
              <a:t>© 2026 Bai Yimeng  · 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Helvetica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2285</Words>
  <Application>WPS 演示</Application>
  <PresentationFormat>On-screen Show (4:3)</PresentationFormat>
  <Paragraphs>197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Arial</vt:lpstr>
      <vt:lpstr>Helvetica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白怡萌</cp:lastModifiedBy>
  <cp:revision>2</cp:revision>
  <dcterms:created xsi:type="dcterms:W3CDTF">2013-01-27T09:14:00Z</dcterms:created>
  <dcterms:modified xsi:type="dcterms:W3CDTF">2026-07-07T19:52:23Z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AD89395F39F74153AFC05A37C7E5353A_13</vt:lpwstr>
  </property>
</Properties>
</file>